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ZERO FILA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Matheus Bueno Neri de Araujo</a:t>
            </a:r>
          </a:p>
          <a:p>
            <a:r>
              <a:t>Nathan Anaquim Procaccia</a:t>
            </a:r>
          </a:p>
          <a:p>
            <a:r>
              <a:t>Victor da Silva França</a:t>
            </a:r>
          </a:p>
          <a:p>
            <a:r>
              <a:t>Caio Pistoresi Trindade</a:t>
            </a:r>
          </a:p>
          <a:p>
            <a:r>
              <a:t>Guilherme Arantes Nascimento</a:t>
            </a:r>
          </a:p>
          <a:p>
            <a:r>
              <a:t>12/06/2026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 Problema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Quanto tempo você gasta procurando vagas em dias movimentados?</a:t>
            </a:r>
          </a:p>
          <a:p>
            <a:endParaRPr/>
          </a:p>
          <a:p>
            <a:r>
              <a:t>• Perda de tempo</a:t>
            </a:r>
          </a:p>
          <a:p>
            <a:r>
              <a:t>• Congestionamentos internos</a:t>
            </a:r>
          </a:p>
          <a:p>
            <a:r>
              <a:t>• Estresse dos usuários</a:t>
            </a:r>
          </a:p>
          <a:p>
            <a:r>
              <a:t>• Redução do faturamento dos estabelecimentos</a:t>
            </a:r>
          </a:p>
          <a:p>
            <a:r>
              <a:t>• Aumento da emissão de poluentes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Solução: O que é Zerofila?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Sistema inteligente de monitoramento de vagas em tempo real por meio de sensores autônomos conectados à nuvem, com aplicativo para motoristas e plataforma de gestão para administradores.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Como Funciona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Sensores magnéticos instalados nas vagas</a:t>
            </a:r>
          </a:p>
          <a:p>
            <a:r>
              <a:t>• Detecção de vaga ocupada ou livre</a:t>
            </a:r>
          </a:p>
          <a:p>
            <a:r>
              <a:t>• Comunicação sem fio via LoRaWAN</a:t>
            </a:r>
          </a:p>
          <a:p>
            <a:r>
              <a:t>• Dados enviados para a nuvem</a:t>
            </a:r>
          </a:p>
          <a:p>
            <a:r>
              <a:t>• Aplicativo exibe vagas disponíveis</a:t>
            </a:r>
          </a:p>
          <a:p>
            <a:r>
              <a:t>• Direcionamento para a vaga mais próxima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Modelo de Negócio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Assinaturas mensais recorrentes (B2B e B2C)</a:t>
            </a:r>
          </a:p>
          <a:p>
            <a:r>
              <a:t>• Taxa única de implementação inicial</a:t>
            </a:r>
          </a:p>
          <a:p>
            <a:r>
              <a:t>• Venda corporativa e governamental de insights de tráfego agregado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Geração de Valor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Motoristas: economia de tempo, menos estresse, melhor planejamento.</a:t>
            </a:r>
          </a:p>
          <a:p>
            <a:endParaRPr/>
          </a:p>
          <a:p>
            <a:r>
              <a:t>Empresários: maior fluxo de clientes, melhor gestão do estacionamento e dados para decisão.</a:t>
            </a:r>
          </a:p>
          <a:p>
            <a:endParaRPr/>
          </a:p>
          <a:p>
            <a:r>
              <a:t>Setor público: redução de congestionamentos, melhor mobilidade urbana e menor impacto ambiental.</a:t>
            </a:r>
          </a:p>
          <a:p>
            <a:endParaRPr/>
          </a:p>
          <a:p>
            <a:r>
              <a:t>Possibilidade de escalar para Smart Cities.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Obrigado!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214</Words>
  <Application>Microsoft Office PowerPoint</Application>
  <PresentationFormat>Apresentação na tela (4:3)</PresentationFormat>
  <Paragraphs>37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ZERO FILA</vt:lpstr>
      <vt:lpstr>O Problema</vt:lpstr>
      <vt:lpstr>Solução: O que é Zerofila?</vt:lpstr>
      <vt:lpstr>Como Funciona</vt:lpstr>
      <vt:lpstr>Modelo de Negócio</vt:lpstr>
      <vt:lpstr>Geração de Valor</vt:lpstr>
      <vt:lpstr>Obrigado!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Matheus Bueno Neri De Araujo</cp:lastModifiedBy>
  <cp:revision>1</cp:revision>
  <dcterms:created xsi:type="dcterms:W3CDTF">2013-01-27T09:14:16Z</dcterms:created>
  <dcterms:modified xsi:type="dcterms:W3CDTF">2026-06-12T00:37:44Z</dcterms:modified>
  <cp:category/>
</cp:coreProperties>
</file>